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결론 한 줄: 네이버 안은 이미 잘 되고 있고, 네이버 밖이 비어 있다. 그걸 3개월 안에 채우고 숫자로 보여드리겠다.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F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SYDNEY YOGURT LAB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시드니요거랩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검색·AI 노출 제안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밖에서도 찾아오게 만드는 3개월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9월  ·  대표님 대면 제안용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50292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먼저 말씀드립니다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51760" cy="3246120"/>
          </a:xfrm>
          <a:prstGeom prst="roundRect">
            <a:avLst>
              <a:gd name="adj" fmla="val 2759"/>
            </a:avLst>
          </a:prstGeom>
          <a:solidFill>
            <a:srgbClr val="EEF0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1E7F4F"/>
          </a:solidFill>
          <a:ln w="12700">
            <a:solidFill>
              <a:srgbClr val="1E7F4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66878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148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되고 있는 것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6032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플레이스 리뷰 184건, 블로그 리뷰 30건, 구글 평점 5.0. 오픈 100일 매장으로는 높은 수치입니다. 손님이 "맛있다·구성 알차다·종류 다양하다"고 씁니다.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46120" y="1325880"/>
            <a:ext cx="2651760" cy="3246120"/>
          </a:xfrm>
          <a:prstGeom prst="roundRect">
            <a:avLst>
              <a:gd name="adj" fmla="val 2759"/>
            </a:avLst>
          </a:prstGeom>
          <a:solidFill>
            <a:srgbClr val="EEF0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74720" y="1554480"/>
            <a:ext cx="457200" cy="457200"/>
          </a:xfrm>
          <a:prstGeom prst="ellipse">
            <a:avLst/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20" y="166878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74720" y="2148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비어 있는 것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56032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밖. 매장 소유 웹페이지가 없어 구글·빙·ChatGPT·Perplexity가 읽을 원본이 0입니다. "Yogurt Lab"을 물으면 미국 프랜차이즈가 나옵니다.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035040" y="1325880"/>
            <a:ext cx="2651760" cy="3246120"/>
          </a:xfrm>
          <a:prstGeom prst="roundRect">
            <a:avLst>
              <a:gd name="adj" fmla="val 2759"/>
            </a:avLst>
          </a:prstGeom>
          <a:solidFill>
            <a:srgbClr val="EEF0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1554480"/>
            <a:ext cx="457200" cy="457200"/>
          </a:xfrm>
          <a:prstGeom prst="ellipse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940" y="1668780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63640" y="2148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6263640" y="256032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1개월차 원본 만들기, 2개월차 유입 만들기, 3개월차 측정과 조정. 14일마다 같은 지표를 재고 숫자로 보고합니다.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시드니요거랩 제안  ·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위치: 2026년 9월 6일 기준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정식 오픈 5월 29일, 100일차 수치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554480" cy="2286000"/>
          </a:xfrm>
          <a:prstGeom prst="roundRect">
            <a:avLst>
              <a:gd name="adj" fmla="val 4706"/>
            </a:avLst>
          </a:prstGeom>
          <a:solidFill>
            <a:srgbClr val="EEF0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0876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587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인스타 팔로워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260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약 6명 순증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39696" y="1371600"/>
            <a:ext cx="1554480" cy="2286000"/>
          </a:xfrm>
          <a:prstGeom prst="roundRect">
            <a:avLst>
              <a:gd name="adj" fmla="val 4706"/>
            </a:avLst>
          </a:prstGeom>
          <a:solidFill>
            <a:srgbClr val="EEF0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31136" y="150876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2231136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플레이스 방문자 리뷰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231136" y="29260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약 1.8건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822192" y="1371600"/>
            <a:ext cx="1554480" cy="2286000"/>
          </a:xfrm>
          <a:prstGeom prst="roundRect">
            <a:avLst>
              <a:gd name="adj" fmla="val 4706"/>
            </a:avLst>
          </a:prstGeom>
          <a:solidFill>
            <a:srgbClr val="EEF0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13632" y="150876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913632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플레이스 블로그 리뷰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913632" y="29260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제목에 "광안리 디저트" 포함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504688" y="1371600"/>
            <a:ext cx="1554480" cy="2286000"/>
          </a:xfrm>
          <a:prstGeom prst="roundRect">
            <a:avLst>
              <a:gd name="adj" fmla="val 4706"/>
            </a:avLst>
          </a:prstGeom>
          <a:solidFill>
            <a:srgbClr val="EEF0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96128" y="150876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5.0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5596128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평점 (리뷰 23)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596128" y="29260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영문 표기 등록 완료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87184" y="1371600"/>
            <a:ext cx="1554480" cy="2286000"/>
          </a:xfrm>
          <a:prstGeom prst="roundRect">
            <a:avLst>
              <a:gd name="adj" fmla="val 4706"/>
            </a:avLst>
          </a:prstGeom>
          <a:solidFill>
            <a:srgbClr val="FDECEA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78624" y="150876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326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7278624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소유 웹페이지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278624" y="29260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읽을 원본 없음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법: 네이버 안의 숫자는 매장 실력으로 이미 만들어졌습니다. 마지막 칸이 이번 제안의 대상입니다.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시드니요거랩 제안  ·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찾아오는 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광안역 5번 출구 457m, 해변 안쪽 골목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지나가다 들르는 매장이 아니라, 검색해서 찾아오는 매장입니다.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03120"/>
            <a:ext cx="3840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184건은 이미 그렇게 찾아온 결과입니다. 그래서 검색과 지도에 어떻게 보이느냐가 매출에 직접 닿습니다.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오른쪽은 손님이 매장을 발견하는 네 가지 길과 현재 상태입니다.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0" y="132588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09160" y="1426464"/>
            <a:ext cx="457200" cy="457200"/>
          </a:xfrm>
          <a:prstGeom prst="ellipse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23460" y="154076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303520" y="1399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검색·지도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303520" y="16733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플레이스·블로그·리뷰 작동 중</a:t>
            </a:r>
            <a:endParaRPr lang="en-US" sz="10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517904"/>
            <a:ext cx="274320" cy="2743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572000" y="210312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09160" y="2203704"/>
            <a:ext cx="457200" cy="457200"/>
          </a:xfrm>
          <a:prstGeom prst="ellipse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3460" y="2318004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03520" y="21762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지도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303520" y="24505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5.0, 리뷰 23, 영문 표기 완료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2295144"/>
            <a:ext cx="274320" cy="2743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4572000" y="288036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9160" y="2980944"/>
            <a:ext cx="457200" cy="457200"/>
          </a:xfrm>
          <a:prstGeom prst="ellipse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3460" y="3095244"/>
            <a:ext cx="228600" cy="2286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303520" y="2953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인스타그램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5303520" y="32278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팔로워 587, 콘텐츠 축 정리됨</a:t>
            </a:r>
            <a:endParaRPr lang="en-US" sz="105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3072384"/>
            <a:ext cx="274320" cy="27432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4572000" y="365760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FDECEA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4709160" y="3758184"/>
            <a:ext cx="457200" cy="457200"/>
          </a:xfrm>
          <a:prstGeom prst="ellipse">
            <a:avLst/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3460" y="3872484"/>
            <a:ext cx="228600" cy="2286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5303520" y="37307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웹·AI 답변</a:t>
            </a:r>
            <a:endParaRPr lang="en-US" sz="1300" dirty="0"/>
          </a:p>
        </p:txBody>
      </p:sp>
      <p:sp>
        <p:nvSpPr>
          <p:cNvPr id="28" name="Text 19"/>
          <p:cNvSpPr txBox="1"/>
          <p:nvPr/>
        </p:nvSpPr>
        <p:spPr>
          <a:xfrm>
            <a:off x="5303520" y="40050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페이지 없음. 블로그가 대신 답함</a:t>
            </a:r>
            <a:endParaRPr lang="en-US" sz="105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5320" y="3849624"/>
            <a:ext cx="274320" cy="27432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시드니요거랩 제안  ·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"네이버 밖"이 중요한가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종류의 손님이 네이버를 쓰지 않습니다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8640" cy="548640"/>
          </a:xfrm>
          <a:prstGeom prst="ellipse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3258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외국인 관광객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673352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광안리는 외국인 방문이 늘고 있습니다. 이들은 구글 지도와 트립어드바이저로 찾습니다. 매장 언어는 이미 영어라 준비가 절반은 되어 있습니다.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65176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242316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물어보는 손님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2770632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"광안리 요거트 아이스크림 추천"을 ChatGPT·Perplexity·구글 AI에 묻는 손님이 늘고 있습니다. 이들은 로그인 벽 뒤(인스타)나 네이버 안(플레이스)을 읽지 못하고, 열린 웹의 HTML만 인용합니다.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57200" y="3611880"/>
            <a:ext cx="548640" cy="548640"/>
          </a:xfrm>
          <a:prstGeom prst="ellipse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74904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88720" y="35204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이름이 겹치는 문제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3867912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"Yogurt Lab"은 미국 미네소타 프랜차이즈와 멜버른 매장이 먼저 쓰고 있습니다. 공식 설명 페이지가 없으면 AI는 시드니요거랩을 그들과 구분하지 못합니다.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시드니요거랩 제안  ·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 구도: 요아정과 시드니요거랩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 관심은 받아 오고, 승부는 요아정이 못 하는 것으로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F4F4F6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663440" y="132588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EEF0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요아정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874520"/>
            <a:ext cx="3611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400개점 이상. 카테고리를 만든 브랜드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배달에서 출발, 카페형 전환 중. 반값 이벤트로 가격 경쟁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점원이 만들어 주고 토핑마다 추가 요금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 인증 문화에 기댄 성장. 업계에서 정점 논쟁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시드니요거랩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874520"/>
            <a:ext cx="3611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직접 담고 무게로 계산 (100g 4,500원)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요거트 6종 × 토핑 30종 이상. 같은 컵이 두 번 안 나옴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파는 것은 상품이 아니라 체험. 인증 소재가 손님 손에서 매번 새로 생김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대표의 시드니 근무(2023~2025) 경험. "호주 방식"에 근거가 있음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셀프서브 매장 존재 여부는 별도 조사 예정입니다. 호주 Yo-Chi는 국내 진출이 확인되지 않았습니다.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시드니요거랩 제안  ·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1 (1개월차): 원본 만들기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sydneyyogurtlab.com 한 장으로 시작합니다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sydneyyogurtlab.com 확보, 랜딩 한 장 게시. 주소·영업시간·가격 방식·6종 메뉴·FAQ를 크롤러가 읽는 HTML로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크롤러용 사실 요약(llms.txt)과 구조화 데이터. 미국·멜버른 동명 브랜드와 무관함을 명시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서치콘솔·빙 웹마스터·네이버 서치어드바이저 등록, 사이트맵 제출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플레이스·구글·인스타·블로그의 "웹사이트" 칸에 연결. 표기를 "시드니요거랩 (Sydney Yogurt Lab, 부산 광안리)"로 통일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트립어드바이저 무료 리스팅 신청과 대표자 인증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4069080"/>
            <a:ext cx="4846320" cy="548640"/>
          </a:xfrm>
          <a:prstGeom prst="roundRect">
            <a:avLst>
              <a:gd name="adj" fmla="val 13333"/>
            </a:avLst>
          </a:prstGeom>
          <a:solidFill>
            <a:srgbClr val="EEF0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4114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시안은 이미 제작되어 있습니다. 오른쪽이 모바일 화면입니다. 도메인만 연결하면 게시할 수 있습니다.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806440" y="1234440"/>
            <a:ext cx="2743200" cy="3429000"/>
          </a:xfrm>
          <a:prstGeom prst="roundRect">
            <a:avLst>
              <a:gd name="adj" fmla="val 6000"/>
            </a:avLst>
          </a:prstGeom>
          <a:solidFill>
            <a:srgbClr val="1B1B1F"/>
          </a:solidFill>
          <a:ln w="12700">
            <a:solidFill>
              <a:srgbClr val="1B1B1F"/>
            </a:solidFill>
            <a:prstDash val="solid"/>
          </a:ln>
        </p:spPr>
      </p:sp>
      <p:pic>
        <p:nvPicPr>
          <p:cNvPr id="8" name="Image 0" descr="landing-mobile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6168" y="1344168"/>
            <a:ext cx="2523744" cy="32095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시드니요거랩 제안  ·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2 (2개월차): 유입 만들기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원본이 생긴 뒤에 돈을 씁니다. 순서가 반대면 돈이 샙니다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EEF0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62306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14904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플레이스 광고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82880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"광안리 디저트·요거트" 지역 키워드로 소액 시작. 클릭당 비용과 저장·길찾기 전환을 2주마다 기록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09160" y="132588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EEF0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92040" y="1508760"/>
            <a:ext cx="457200" cy="457200"/>
          </a:xfrm>
          <a:prstGeom prst="ellipse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62306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4904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인스타·릴스 지역 광고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182880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광안리 반경 3km, 여행 관심사 타깃. 소재는 손님이 만든 컵(UGC). 랜딩과 플레이스로 연결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83464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EEF0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0080" y="3017520"/>
            <a:ext cx="457200" cy="457200"/>
          </a:xfrm>
          <a:prstGeom prst="ellipse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131820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3444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크리에이터 협업 3~5명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234440" y="333756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클립·릴스. 내돈내산 표기 준수. 목표는 블로그·클립에서 랜딩으로 가는 링크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709160" y="283464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EEF0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892040" y="3017520"/>
            <a:ext cx="457200" cy="457200"/>
          </a:xfrm>
          <a:prstGeom prst="ellipse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13182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48640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외국인 리뷰 QR 카드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5486400" y="333756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구글·트립어드바이저 영어 리뷰 요청 카드를 카운터에 비치. 영어 소개문은 구글 프로필에도 추가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인스타 운영: 위치 태그 고정, UGC 리그램 주 2회, "이번 주 조합" 시리즈. 팔로잉 0 정책은 대표님 결정 사항입니다.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시드니요거랩 제안  ·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3 (3개월차): 측정과 조정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"고쳤다"로 끝내지 않습니다. 14일마다 같은 자로 잽니다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3291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기준선 (9/6)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방법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8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플레이스 순위 "광안리 요거트"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E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미측정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비로그인 모바일 검색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플레이스 저장·길찾기·전화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E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대표님 계정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스마트플레이스 통계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방문자 리뷰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플레이스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구글 리뷰 수·평점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 · 5.0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프로필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인스타 팔로워 순증/일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인사이트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랜딩 노출·클릭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서치콘솔·서치어드바이저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답변 인용 여부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미인용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ChatGPT·Perplexity·네이버 AI 브리핑에 같은 질문 3종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1B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수치는 1차 재측정(게시 14일 후) 결과를 보고 대표님과 함께 정합니다. 효과 없는 채널은 예산을 옮깁니다.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시드니요거랩 제안  ·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 로드맵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→ 유입 → 측정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554480" y="132588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544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57400" y="1554480"/>
            <a:ext cx="2240280" cy="0"/>
          </a:xfrm>
          <a:prstGeom prst="line">
            <a:avLst/>
          </a:prstGeom>
          <a:noFill/>
          <a:ln w="19050">
            <a:solidFill>
              <a:srgbClr val="D9DCEA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457200" y="192024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1개월차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만들기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78892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도메인·랜딩 게시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서치콘솔·빙·서치어드바이저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표기 통일, 트립어드바이저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기준선 측정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43400" y="1325880"/>
            <a:ext cx="457200" cy="457200"/>
          </a:xfrm>
          <a:prstGeom prst="ellipse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4340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846320" y="1554480"/>
            <a:ext cx="2240280" cy="0"/>
          </a:xfrm>
          <a:prstGeom prst="line">
            <a:avLst/>
          </a:prstGeom>
          <a:noFill/>
          <a:ln w="19050">
            <a:solidFill>
              <a:srgbClr val="D9DCEA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246120" y="192024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7472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2개월차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7472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 만들기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278892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플레이스 광고 시작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인스타 지역 광고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크리에이터 3~5명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외국인 리뷰 QR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32320" y="1325880"/>
            <a:ext cx="457200" cy="457200"/>
          </a:xfrm>
          <a:prstGeom prst="ellipse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323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035040" y="192024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6364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3개월차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측정과 조정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278892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14일 재측정 2회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재배분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FAQ·시즌 페이지 추가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트립닷컴 입점 문의(12월)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시드니요거랩 제안  ·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약속하는 것과 하지 않는 것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4023360" cy="3108960"/>
          </a:xfrm>
          <a:prstGeom prst="roundRect">
            <a:avLst>
              <a:gd name="adj" fmla="val 2353"/>
            </a:avLst>
          </a:prstGeom>
          <a:solidFill>
            <a:srgbClr val="EEF0FF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663440" y="1325880"/>
            <a:ext cx="4023360" cy="3108960"/>
          </a:xfrm>
          <a:prstGeom prst="roundRect">
            <a:avLst>
              <a:gd name="adj" fmla="val 2353"/>
            </a:avLst>
          </a:prstGeom>
          <a:solidFill>
            <a:srgbClr val="FDECEA"/>
          </a:solidFill>
          <a:ln w="9525">
            <a:solidFill>
              <a:srgbClr val="D9DC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08760"/>
            <a:ext cx="457200" cy="457200"/>
          </a:xfrm>
          <a:prstGeom prst="ellipse">
            <a:avLst/>
          </a:prstGeom>
          <a:solidFill>
            <a:srgbClr val="1C1F8F"/>
          </a:solidFill>
          <a:ln w="12700">
            <a:solidFill>
              <a:srgbClr val="1C1F8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62306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554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약속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0312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없이 "완료"라고 말하지 않습니다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14일마다 같은 지표를 전후 비교로 보고합니다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페이지와 구조화 데이터에는 화면에 보이는 사실만 씁니다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대표님 계정(플레이스·구글)은 권한 공유 방식으로만 다룹니다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892040" y="1508760"/>
            <a:ext cx="457200" cy="457200"/>
          </a:xfrm>
          <a:prstGeom prst="ellipse">
            <a:avLst/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62306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554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않는 것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210312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구매, 블로그 대량 체험단, 백링크 구매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"순위 보장", "인용 보장" 문구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화면과 다른 메타·구조화 데이터, 숨긴 텍스트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이유: 단기 순위가 아니라 플레이스와 도메인 전체가 제재 대상이 됩니다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시드니요거랩 제안  ·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1F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대표님께 확인을 요청드립니다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다섯 가지가 정해지면 1개월차를 바로 시작할 수 있습니다.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7472" cy="34747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554480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sydneyyogurtlab.com 구매 주체 (매장 명의 권장, 연 2~3만원)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47472" cy="34747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488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103120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스마트플레이스·구글 비즈니스 프로필 관리자 권한 공유 방식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97480"/>
            <a:ext cx="347472" cy="34747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697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651760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광고 예산 상한 (플레이스 광고 + 인스타 광고 + 크리에이터 비용)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347472" cy="34747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46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200400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인스타 팔로잉 0 정책 유지 여부 (부산 로컬 계정과의 연결에 영향)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347472" cy="34747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749040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대표님 시드니 근무 이력(2023~2025)을 브랜드 스토리에 공개해도 되는지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회신 주시면 착수일과 1차 측정일을 잡아 다시 보고드리겠습니다.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시드니요거랩 검색·AI 노출 제안</dc:title>
  <dc:subject>PptxGenJS Presentation</dc:subject>
  <dc:creator>PptxGenJS</dc:creator>
  <cp:lastModifiedBy>PptxGenJS</cp:lastModifiedBy>
  <cp:revision>1</cp:revision>
  <dcterms:created xsi:type="dcterms:W3CDTF">2026-09-06T08:18:54Z</dcterms:created>
  <dcterms:modified xsi:type="dcterms:W3CDTF">2026-09-06T08:18:54Z</dcterms:modified>
</cp:coreProperties>
</file>