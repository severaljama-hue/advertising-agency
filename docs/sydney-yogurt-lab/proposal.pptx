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매출이 아니라 브랜드 자산. 런던베이글뮤지엄처럼 "가야 하는 곳"이 되는 것. 배달은 겨울 바닥이자 확장 데이터.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qa/img/p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257">
              <a:alpha val="62000"/>
            </a:srgbClr>
          </a:solidFill>
          <a:ln w="12700">
            <a:solidFill>
              <a:srgbClr val="0F125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SYDNEY YOGURT LAB   —   BRAND PROPOSAL 2026.09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spc="-15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광안리의 시드니를
</a:t>
            </a:r>
            <a:pPr indent="0" marL="0">
              <a:lnSpc>
                <a:spcPct val="120000"/>
              </a:lnSpc>
              <a:buNone/>
            </a:pPr>
            <a:r>
              <a:rPr lang="en-US" sz="4000" b="1" spc="-15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목적지 브랜드</a:t>
            </a:r>
            <a:pPr indent="0" marL="0">
              <a:lnSpc>
                <a:spcPct val="120000"/>
              </a:lnSpc>
              <a:buNone/>
            </a:pPr>
            <a:r>
              <a:rPr lang="en-US" sz="4000" b="1" spc="-15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만드는 12개월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시드니요거랩 대표님께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/  CONCLUSION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광고를 사는 게 아니라</a:t>
            </a:r>
            <a:endParaRPr lang="en-US" sz="3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2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자산을</a:t>
            </a:r>
            <a:endParaRPr lang="en-US" sz="3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2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쌓는 12개월입니다.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12080" y="1188720"/>
            <a:ext cx="338328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0" y="1325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600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런던베이글뮤지엄형 목적지 브랜드. 소수 직영, 굿즈, 팝업, 줄 서는 매장.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0" y="2240280"/>
            <a:ext cx="338328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2377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350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안은 이미 잘 됩니다(리뷰 184, 구글 5.0). 비어 있는 건 세계관·굿즈·원본 페이지·배달입니다.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3291840"/>
            <a:ext cx="338328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3429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세계관 → 의식 → 콘텐츠 엔진 → 확장 검증 → 측정. 매장은 체험, 배달은 완성형으로 분리.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/  BASELINE   —   2026.09.06, 정식 오픈 100일차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587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3736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 팔로워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약 6명 순증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184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2560320" y="2103120"/>
            <a:ext cx="173736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플레이스 방문자 리뷰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약 1.8건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173736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플레이스 블로그 리뷰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제목에 "광안리 디저트"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6000" dirty="0"/>
          </a:p>
        </p:txBody>
      </p:sp>
      <p:sp>
        <p:nvSpPr>
          <p:cNvPr id="16" name="Shape 14"/>
          <p:cNvSpPr/>
          <p:nvPr/>
        </p:nvSpPr>
        <p:spPr>
          <a:xfrm>
            <a:off x="6583680" y="2103120"/>
            <a:ext cx="173736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평점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23 · 영문 표기 등록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8046720" cy="1417320"/>
          </a:xfrm>
          <a:prstGeom prst="rect">
            <a:avLst/>
          </a:prstGeom>
          <a:solidFill>
            <a:srgbClr val="1C1F8F"/>
          </a:solidFill>
          <a:ln w="12700">
            <a:solidFill>
              <a:srgbClr val="1C1F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127248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3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7200" dirty="0"/>
          </a:p>
        </p:txBody>
      </p:sp>
      <p:sp>
        <p:nvSpPr>
          <p:cNvPr id="21" name="Text 19"/>
          <p:cNvSpPr txBox="1"/>
          <p:nvPr/>
        </p:nvSpPr>
        <p:spPr>
          <a:xfrm>
            <a:off x="20574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자산으로 남는 것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363931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세계관 문서 없음, 굿즈 없음, 매장 소유 웹페이지 없음, 배달 없음. 팔로워와 리뷰는 매장 실력으로 쌓였지만 아직 "브랜드"로 축적되지 않았습니다.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/  REFERENCE   —   LONDON BAGEL MUSEUM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가져올 것과 버릴 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그들의 방식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시드니요거랩 적용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 자체가 콘텐츠 (런던 세계관)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"광안리의 시드니". 서프보드·캥거루는 이미 있음. 포토스팟 3곳 지정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희소성과 의식 (한정 메뉴, 오픈런)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한정 토핑 드롭, 주말 한정 레시피, 1주년 한정 굿즈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 = 브랜드 자산 + 매출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스티커·에코백·리유저블 컵부터. 굿즈 매출 비중을 지표로 관리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직영 소수 확장, 매장마다 다른 콘셉트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2호점은 검색량·배달 주문 지역 데이터로 입지 결정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팝업으로 타지역 검증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 백화점 팝업 → 서울 팝업 → 2호점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버릴 것: 20석에서 인위적 웨이팅 유도, 가맹 대량 확장, 가격 경쟁.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/  FIVE PILLARS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0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개의 기둥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46304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광안리의 시드니. 네이비·크림·서프. 레시피 이름은 시드니 지명. 대표의 시드니 2023–2025가 오리진.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76272" y="1965960"/>
            <a:ext cx="146304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6272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69748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무게 맞히기, 레시피 보드, 월간 토핑 드롭, 겨울 캠페인 "시드니의 여름".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03904" y="1965960"/>
            <a:ext cx="146304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03904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엔진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69748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컵 UGC + 브랜드 채널 + 크리에이터. 애칭 "시요랩" 공식화.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31536" y="1965960"/>
            <a:ext cx="146304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1536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검증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269748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배달·팝업·굿즈 채널의 주문·방문 지역 데이터가 2호점 근거.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59168" y="1965960"/>
            <a:ext cx="146304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9168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69748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검색량, 웨이팅 일수, 굿즈 비중, 타지역 방문 비율, 배달 재주문율.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qa/img/p_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206240" cy="2103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/  WORLD   —   광안리의 시드니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029200" y="777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절반은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만들어져 있습니다.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서프보드, 캥거루, 영어 간판, 코알라 이모지. 남은 건 이름 체계와 반복입니다.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레시피 이름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92608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Bondi · Manly · Coogee · Bronte. 시드니 해변 이름으로 조합을 명명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73552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애칭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103120" y="336499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"시요랩" 공식화. 해시태그와 굿즈에 사용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712464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103120" y="3803904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네이비 1C1F8F · 크림 · 서프 그래픽. 컵·스티커·사이니지 통일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151376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261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포토스팟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424281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서프보드 벽, 캥거루, 토핑 바 정면. 릴스 고정 앵글 3개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590288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/  RITUALS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오게 만드는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장치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84048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레시피 보드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조합에 이름을 붙여 올리면 매월 3개를 손님 이름으로 메뉴판에 등재. 점원이 만드는 요아정은 복제 불가.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2468880"/>
            <a:ext cx="384048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토핑 드롭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880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매월 1일 한정 토핑 공개, 수량 명시. 인스타 예고 → 매장 소진 → 다음 달 예고.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84048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무게 맞히기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하고 있는 100일 이벤트를 상시 의식으로. 정답자 무료, 사진은 UGC.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566160"/>
            <a:ext cx="384048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시드니의 여름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시드니는 12~2월이 여름. 광안리 겨울에 여름 토핑·비주얼로 비수기를 브랜드 서사로 전환.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/  CONTENT ENGINE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만들고, 우리가 증폭하고,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검색이 받아냅니다.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828800" cy="0"/>
          </a:xfrm>
          <a:prstGeom prst="line">
            <a:avLst/>
          </a:prstGeom>
          <a:noFill/>
          <a:ln w="6350">
            <a:solidFill>
              <a:srgbClr val="1C1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UGC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컵, 레시피 보드, 무게 맞히기. 해시태그 #시요랩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2331720"/>
            <a:ext cx="1828800" cy="0"/>
          </a:xfrm>
          <a:prstGeom prst="line">
            <a:avLst/>
          </a:prstGeom>
          <a:noFill/>
          <a:ln w="6350">
            <a:solidFill>
              <a:srgbClr val="1C1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468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채널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릴스 주 3회, 클립, 스레드. 앵글 3개 고정으로 제작비 절감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331720"/>
            <a:ext cx="1828800" cy="0"/>
          </a:xfrm>
          <a:prstGeom prst="line">
            <a:avLst/>
          </a:prstGeom>
          <a:noFill/>
          <a:ln w="6350">
            <a:solidFill>
              <a:srgbClr val="1C1F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468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 맛집·여행 월 3~5명. 내돈내산 표기. 목표는 링크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0" y="2331720"/>
            <a:ext cx="1828800" cy="0"/>
          </a:xfrm>
          <a:prstGeom prst="line">
            <a:avLst/>
          </a:prstGeom>
          <a:noFill/>
          <a:ln w="6350">
            <a:solidFill>
              <a:srgbClr val="1C1F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468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검색·지도·원본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플레이스 광고, 구글, sydneyyogurtlab.com. AI가 읽는 원본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1C1F8F"/>
          </a:solidFill>
          <a:ln w="12700">
            <a:solidFill>
              <a:srgbClr val="1C1F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60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페이지 시안은 제작 완료. 도메인 sydneyyogurtlab.com 연결만 남았습니다.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qa/img/p_men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50292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/  DELIVERY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매장은 체험, 배달은 완성형.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섞지 않습니다.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659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배달로 셀프서브를 복제하면 매장의 희소성이 사라집니다. 배달은 야식 시간대 완성형 5종만 팝니다. 요아정이 증명한 겨울 야식 수요를 가져오되, 브랜드는 매장에 남깁니다.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889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87121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18:00~22:00 · 반경 3km · 배민 단독 시작 · 11월 런칭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3009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5종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328269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Bondi 플레인+그래놀라+꿀 · Manly 초콜릿+누텔라 · Coogee 저당 딸기+베리잼 · Bronte 저당 망고+코코넛 · Dubai 피스타치오+카다이프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895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패키지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87705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네이비 실링 컵, 시요랩 스티커, 레시피 보드 안내 카드 동봉 → 매장 방문 유도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420624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306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828800" y="42885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수, 재주문율, 주문 지역 분포(2호점 근거)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/  EXPANSION PATH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2호점은 감이 아니라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spc="-10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 정합니다.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804672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 1차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551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스티커 세트 300 · 에코백 200 · 리유저블 컵 150. 굿즈 매출 비중 측정 시작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804672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 백화점 팝업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1~2월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044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신세계 센텀 또는 롯데 광복. 타지역 방문 비율과 굿즈 판매 검증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804672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93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575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굿즈·레시피. 브랜드 검색량 정점 만들기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8046720" cy="0"/>
          </a:xfrm>
          <a:prstGeom prst="line">
            <a:avLst/>
          </a:prstGeom>
          <a:noFill/>
          <a:ln w="6350">
            <a:solidFill>
              <a:srgbClr val="2A2E9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23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팝업 · 2호점 결정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6~8월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1056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검색량 지역 분포 + 배달 주문 분포 + 팝업 데이터로 입지 리포트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/  12-MONTH ROADMAP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 →  겨울  →  1주년  →  성수기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0"/>
          </a:xfrm>
          <a:prstGeom prst="line">
            <a:avLst/>
          </a:prstGeom>
          <a:noFill/>
          <a:ln w="6350">
            <a:solidFill>
              <a:srgbClr val="1C1F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728216"/>
            <a:ext cx="109728" cy="1097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9–10월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브랜드북 v1 · 굿즈 1차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 · 카카오채널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레시피 보드 · 릴스 체계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플레이스 광고 · 불꽃축제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05456" y="1728216"/>
            <a:ext cx="109728" cy="109728"/>
          </a:xfrm>
          <a:prstGeom prst="ellipse">
            <a:avLst/>
          </a:prstGeom>
          <a:solidFill>
            <a:srgbClr val="1C1F8F"/>
          </a:solidFill>
          <a:ln w="12700">
            <a:solidFill>
              <a:srgbClr val="1C1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011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11–2월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겨울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7432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 런칭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시드니의 여름 캠페인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1월 저당 캠페인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 백화점 팝업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17136" y="1728216"/>
            <a:ext cx="109728" cy="109728"/>
          </a:xfrm>
          <a:prstGeom prst="ellipse">
            <a:avLst/>
          </a:prstGeom>
          <a:solidFill>
            <a:srgbClr val="1C1F8F"/>
          </a:solidFill>
          <a:ln w="12700">
            <a:solidFill>
              <a:srgbClr val="1C1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011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3–5월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7432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굿즈·레시피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2호점 입지 리포트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토핑 키트 온라인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팝업 협의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28816" y="1728216"/>
            <a:ext cx="109728" cy="109728"/>
          </a:xfrm>
          <a:prstGeom prst="ellipse">
            <a:avLst/>
          </a:prstGeom>
          <a:solidFill>
            <a:srgbClr val="1C1F8F"/>
          </a:solidFill>
          <a:ln w="12700">
            <a:solidFill>
              <a:srgbClr val="1C1F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20116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6–8월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74320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 라인 강화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 관리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집중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2호점 결정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/  BUDGET   —   추정, POS 확인 후 재산정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1,000 + 월 400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가정: 일 100컵 × 객단가 약 1.2만 원 = 월 매출 약 3,600만 원. 마케팅비 매출의 10~12%. 단위 만 원.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일회성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 1차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14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포토스팟 · 사이니지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촬영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 패키지 디자인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 · 릴스 광고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2514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15468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제작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52044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플레이스 광고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886200"/>
            <a:ext cx="3749040" cy="0"/>
          </a:xfrm>
          <a:prstGeom prst="line">
            <a:avLst/>
          </a:prstGeom>
          <a:noFill/>
          <a:ln w="6350">
            <a:solidFill>
              <a:srgbClr val="D6D3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툴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6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251960"/>
            <a:ext cx="3749040" cy="0"/>
          </a:xfrm>
          <a:prstGeom prst="line">
            <a:avLst/>
          </a:prstGeom>
          <a:noFill/>
          <a:ln w="6350">
            <a:solidFill>
              <a:srgbClr val="1C1F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4251960"/>
            <a:ext cx="3749040" cy="0"/>
          </a:xfrm>
          <a:prstGeom prst="line">
            <a:avLst/>
          </a:prstGeom>
          <a:noFill/>
          <a:ln w="6350">
            <a:solidFill>
              <a:srgbClr val="1C1F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91840" y="4315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0" y="4315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 / 월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 수수료 별도. 월 고정 + 성과 연동(브랜드 검색량 · 객수) 권장. 팝업 · 1주년은 별도 편성.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/  MEASUREMENT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브랜드가 쌓이는지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spc="-50" kern="0" dirty="0">
                <a:solidFill>
                  <a:srgbClr val="1C1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봅니다.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960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"고쳤다"로 끝내지 않습니다.</a:t>
            </a:r>
            <a:endParaRPr lang="en-US" sz="11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자로 매주 잽니다.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94560"/>
                <a:gridCol w="2286000"/>
                <a:gridCol w="731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7A7F8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7A7F8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7A7F8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7A7F8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C1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 검색량 "시드니요거랩 · 시요랩"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네이버 데이터랩 · 키워드도구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인지도의 가장 정직한 지표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 객수 · 객단가 · 포장 비율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성과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웨이팅 발생 일수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매장 기록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목적지 브랜드 여부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굿즈 매출 비중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POS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 자산 화폐화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배달 주문 · 재주문율 · 지역 분포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배민 통계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겨울 바닥 + 2호점 근거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타지역 방문 비율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리뷰 · 채널 설문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확장 가능성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플레이스 순위 · 저장 · 리뷰, UGC 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스마트플레이스 · 해시태그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탐색 · 확산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16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격주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A7F8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qa/img/p_sprink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C1F8F"/>
          </a:solidFill>
          <a:ln w="12700">
            <a:solidFill>
              <a:srgbClr val="1C1F8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206240" y="502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/  DECISIONS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8686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가정하고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spc="-50" kern="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시작하겠습니다.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판단이면 알려 주십시오. 9월 안에 착수합니다.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2313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22860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배달: 18~22시, 반경 3km, 완성형 5종, 11월 배민 런칭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27340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7066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 1차: 스티커 300 · 에코백 200 · 리유저블 컵 150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3154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1272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2호점: 부산 팝업 → 서울 팝업 순으로 검증 후 결정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5753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5478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"시요랩" 애칭 공식 사용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39959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B70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39684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5F2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 권한 공유, 도메인 매장 명의 구매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 후 14일에 기준선 리포트, 매주 대시보드로 보고드립니다.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시드니요거랩 브랜드 제안</dc:title>
  <dc:subject>PptxGenJS Presentation</dc:subject>
  <dc:creator>PptxGenJS</dc:creator>
  <cp:lastModifiedBy>PptxGenJS</cp:lastModifiedBy>
  <cp:revision>1</cp:revision>
  <dcterms:created xsi:type="dcterms:W3CDTF">2026-09-06T11:56:00Z</dcterms:created>
  <dcterms:modified xsi:type="dcterms:W3CDTF">2026-09-06T11:56:00Z</dcterms:modified>
</cp:coreProperties>
</file>