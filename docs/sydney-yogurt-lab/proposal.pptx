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 한 줄: 네이버 안은 이미 잘 되고 있다. 비어 있는 곳은 네이버 밖이다. 3개월 안에 채우고 숫자로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deckqa/img/p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257">
              <a:alpha val="62000"/>
            </a:srgbClr>
          </a:solidFill>
          <a:ln w="12700">
            <a:solidFill>
              <a:srgbClr val="0F125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SYDNEY YOGURT LAB   —   PROPOSAL 2026.09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965960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4200" b="1" spc="-15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밖에서도</a:t>
            </a:r>
            <a:endParaRPr lang="en-US" sz="4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4200" b="1" spc="-15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찾아오게 만드는 </a:t>
            </a:r>
            <a:endParaRPr lang="en-US" sz="4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4200" b="1" spc="-15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3개월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시드니요거랩 대표님께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/  CONCLUSION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spc="-10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안은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spc="-10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잘 되고 있습니다.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spc="-10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비어 있는 곳은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spc="-10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밖입니다.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212080" y="1188720"/>
            <a:ext cx="338328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21208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2984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되고 있는 것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600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플레이스 리뷰 184건, 블로그 리뷰 30건, 구글 평점 5.0. 오픈 100일 매장으로는 높은 수치입니다.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12080" y="2240280"/>
            <a:ext cx="338328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12080" y="23774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2350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비어 있는 것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소유 웹페이지가 없습니다. 구글·빙·ChatGPT·Perplexity가 읽을 원본이 0입니다.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12080" y="3291840"/>
            <a:ext cx="338328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12080" y="3429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34015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만들기, 유입 만들기, 측정과 조정. 14일마다 같은 지표를 다시 재서 전후 숫자로 보고합니다.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47320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/  BASELINE   —   2026.09.06, 정식 오픈 100일차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spc="-30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587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73736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 팔로워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50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약 6명 순증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100584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spc="-30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184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2560320" y="2103120"/>
            <a:ext cx="173736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플레이스 방문자 리뷰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450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약 1.8건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100584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spc="-30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</a:t>
            </a:r>
            <a:endParaRPr lang="en-US" sz="6000" dirty="0"/>
          </a:p>
        </p:txBody>
      </p:sp>
      <p:sp>
        <p:nvSpPr>
          <p:cNvPr id="12" name="Shape 10"/>
          <p:cNvSpPr/>
          <p:nvPr/>
        </p:nvSpPr>
        <p:spPr>
          <a:xfrm>
            <a:off x="4572000" y="2103120"/>
            <a:ext cx="173736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플레이스 블로그 리뷰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450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제목에 "광안리 디저트"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100584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spc="-30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5.0</a:t>
            </a:r>
            <a:endParaRPr lang="en-US" sz="6000" dirty="0"/>
          </a:p>
        </p:txBody>
      </p:sp>
      <p:sp>
        <p:nvSpPr>
          <p:cNvPr id="16" name="Shape 14"/>
          <p:cNvSpPr/>
          <p:nvPr/>
        </p:nvSpPr>
        <p:spPr>
          <a:xfrm>
            <a:off x="6583680" y="2103120"/>
            <a:ext cx="173736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평점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450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23 · 영문 표기 등록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8046720" cy="1417320"/>
          </a:xfrm>
          <a:prstGeom prst="rect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3127248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spc="-3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7200" dirty="0"/>
          </a:p>
        </p:txBody>
      </p:sp>
      <p:sp>
        <p:nvSpPr>
          <p:cNvPr id="21" name="Text 19"/>
          <p:cNvSpPr txBox="1"/>
          <p:nvPr/>
        </p:nvSpPr>
        <p:spPr>
          <a:xfrm>
            <a:off x="2057400" y="3291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소유 웹페이지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363931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안의 숫자는 매장 실력으로 이미 만들어졌습니다. 이 칸이 이번 제안의 대상입니다. 구글과 AI가 읽을 원본이 아직 없습니다.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320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deckqa/img/p_c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77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/  DISCOVERY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3977640" y="960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spc="-5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지나가다 들르는 매장이 아니라,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spc="-5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검색해서 찾아오는 매장입니다.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3977640" y="1874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광안역 5번 출구 457m, 해변 안쪽 골목. 리뷰 184건은 이미 그렇게 찾아온 결과입니다.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977640" y="2606040"/>
            <a:ext cx="4617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77640" y="2715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검색·지도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27340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작동 중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977640" y="3108960"/>
            <a:ext cx="4617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977640" y="3218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지도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32369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작동 중 · 5.0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611880"/>
            <a:ext cx="4617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977640" y="3721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37398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작동 중 · 587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977640" y="4114800"/>
            <a:ext cx="4617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77640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열린 웹 · AI 답변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2428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없음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977640" y="4617720"/>
            <a:ext cx="4617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38160" y="47320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/  WHY OUTSIDE NAVER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000" b="1" spc="-10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종류의 손님은</a:t>
            </a:r>
            <a:endParaRPr lang="en-US" sz="3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000" b="1" spc="-10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네이버를 쓰지 않습니다.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246888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7432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관광객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3756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광안리는 외국인 방문이 늘고 있습니다. 이들은 구글 지도와 트립어드바이저로 찾습니다. 매장 언어가 이미 영어라 준비가 절반은 되어 있습니다.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2606040"/>
            <a:ext cx="246888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27432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3017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AI에게 묻는 손님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333756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"광안리 요거트 아이스크림 추천"을 ChatGPT·Perplexity·구글 AI에 묻습니다. 이들은 인스타와 플레이스를 읽지 못하고 열린 웹의 HTML만 인용합니다.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0" y="2606040"/>
            <a:ext cx="246888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0" y="27432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017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이름이 겹치는 문제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33756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"Yogurt Lab"은 미국 프랜차이즈와 멜버른 매장이 먼저 쓰고 있습니다. 공식 페이지가 없으면 AI는 시드니요거랩을 구분하지 못합니다.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47320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/  COMPETITION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spc="-5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관심은 받아 오고,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b="1" spc="-5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승부는 요아정이 못 하는 것으로.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965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요아정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965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시드니요거랩</a:t>
            </a:r>
            <a:endParaRPr lang="en-US" sz="1100" dirty="0"/>
          </a:p>
        </p:txBody>
      </p:sp>
      <p:pic>
        <p:nvPicPr>
          <p:cNvPr id="6" name="Image 0" descr="/root/deckqa/img/p_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68680"/>
            <a:ext cx="1097280" cy="1097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2377440"/>
            <a:ext cx="8046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505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871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점원이 만들어 줌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24871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직접 담고 무게로 계산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008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29900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컵 + 토핑별 추가 요금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29900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100g 4,500원, 컵 한 종류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383280"/>
            <a:ext cx="8046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5112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규모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2286000" y="34930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전국 400개점 이상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937760" y="34930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광안리 1개점, 20석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8046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40142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2286000" y="39959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 인증 문화, 정점 논쟁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937760" y="3995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대표의 시드니 근무 2023–2025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4389120"/>
            <a:ext cx="8046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4805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셀프서브 매장 존재 여부는 별도 조사 예정. 호주 Yo-Chi는 국내 진출이 확인되지 않음.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47320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/  PHASE 1   —   MONTH 1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spc="-5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sydneyyogurtlab.com 한 장으로 시작합니다.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762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48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 확보, 랜딩 한 장 게시. 주소·영업시간·가격·6종 메뉴·FAQ를 크롤러가 읽는 HTML로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크롤러용 사실 요약(llms.txt)과 구조화 데이터. 동명 브랜드와 무관함을 명시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090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0632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서치콘솔·빙 웹마스터·네이버 서치어드바이저 등록, 사이트맵 제출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478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520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플레이스·구글·인스타·블로그의 웹사이트 칸에 연결. 표기 통일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050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977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트립어드바이저 무료 리스팅, 대표자 인증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시안은 이미 만들어져 있습니다. 도메인만 연결하면 게시됩니다.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72200" y="502920"/>
            <a:ext cx="2313432" cy="4507992"/>
          </a:xfrm>
          <a:prstGeom prst="rect">
            <a:avLst/>
          </a:prstGeom>
          <a:solidFill>
            <a:srgbClr val="0F1257"/>
          </a:solidFill>
          <a:ln w="6350">
            <a:solidFill>
              <a:srgbClr val="B7BCE8"/>
            </a:solidFill>
            <a:prstDash val="solid"/>
          </a:ln>
        </p:spPr>
      </p:sp>
      <p:pic>
        <p:nvPicPr>
          <p:cNvPr id="17" name="Image 0" descr="/root/deckqa/img/landing-mobile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566928"/>
            <a:ext cx="2185416" cy="42611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/  PHASE 2   —   MONTH 2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spc="-5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유입 만들기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원본이 생긴 뒤에 돈을 씁니다.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순서가 반대면 돈이 샙니다.</a:t>
            </a:r>
            <a:endParaRPr lang="en-US" sz="1100" dirty="0"/>
          </a:p>
        </p:txBody>
      </p:sp>
      <p:pic>
        <p:nvPicPr>
          <p:cNvPr id="5" name="Image 0" descr="/root/deckqa/img/p_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502920"/>
            <a:ext cx="4206240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6350">
            <a:solidFill>
              <a:srgbClr val="1C1F8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090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플레이스 광고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"광안리 디저트·요거트" 지역 키워드로 소액 시작. 클릭당 비용과 저장·길찾기 전환을 2주마다 기록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560320" y="2971800"/>
            <a:ext cx="1828800" cy="0"/>
          </a:xfrm>
          <a:prstGeom prst="line">
            <a:avLst/>
          </a:prstGeom>
          <a:noFill/>
          <a:ln w="6350">
            <a:solidFill>
              <a:srgbClr val="1C1F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560320" y="3090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인스타·릴스 지역 광고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256032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광안리 반경 3km, 여행 관심사 타깃. 소재는 손님이 만든 컵(UGC)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0" y="2971800"/>
            <a:ext cx="1828800" cy="0"/>
          </a:xfrm>
          <a:prstGeom prst="line">
            <a:avLst/>
          </a:prstGeom>
          <a:noFill/>
          <a:ln w="6350">
            <a:solidFill>
              <a:srgbClr val="1C1F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0" y="3090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3~5명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클립·릴스. 내돈내산 표기 준수. 목표는 랜딩으로 가는 링크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583680" y="2971800"/>
            <a:ext cx="1828800" cy="0"/>
          </a:xfrm>
          <a:prstGeom prst="line">
            <a:avLst/>
          </a:prstGeom>
          <a:noFill/>
          <a:ln w="6350">
            <a:solidFill>
              <a:srgbClr val="1C1F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3090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리뷰 QR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340156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구글·트립어드바이저 영어 리뷰 요청 카드를 카운터에 비치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47320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/  PHASE 3   —   MONTH 3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spc="-5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측정과 조정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937760" y="1005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"고쳤다"로 끝내지 않습니다.</a:t>
            </a:r>
            <a:endParaRPr lang="en-US" sz="1100" dirty="0"/>
          </a:p>
          <a:p>
            <a:pPr algn="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14일마다 같은 자로 잽니다.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80467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3291840"/>
                <a:gridCol w="8229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7A7F8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7A7F8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기준선 9/6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7A7F8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측정 방법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7A7F8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C1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플레이스 순위 "광안리 요거트"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7A7F8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미측정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비로그인 모바일 검색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14일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플레이스 저장 · 길찾기 · 전화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7A7F8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대표님 계정 확인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스마트플레이스 통계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14일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방문자 리뷰 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184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14일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구글 리뷰 수 · 평점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 · 5.0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프로필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14일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인스타 팔로워 순증 / 일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6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인사이트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14일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랜딩 노출 · 클릭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서치콘솔 · 서치어드바이저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14일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답변 인용 여부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미인용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ChatGPT · Perplexity · 네이버 AI 브리핑, 같은 질문 3종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61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14일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4572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3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수치는 1차 재측정(게시 14일 후) 결과를 보고 대표님과 함께 정합니다. 효과 없는 채널은 예산을 옮깁니다.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47320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/  ROADMAP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spc="-5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 →  유입  →  측정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911096"/>
            <a:ext cx="109728" cy="10972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945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MONTH 1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만들기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718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 · 랜딩 게시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서치콘솔 · 빙 · 서치어드바이저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통일, 트립어드바이저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기준선 측정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91256" y="1911096"/>
            <a:ext cx="109728" cy="109728"/>
          </a:xfrm>
          <a:prstGeom prst="ellipse">
            <a:avLst/>
          </a:prstGeom>
          <a:solidFill>
            <a:srgbClr val="F5F2EA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MONTH 2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유입 만들기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29718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플레이스 광고 시작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 지역 광고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3~5명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리뷰 QR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88736" y="1911096"/>
            <a:ext cx="109728" cy="109728"/>
          </a:xfrm>
          <a:prstGeom prst="ellipse">
            <a:avLst/>
          </a:prstGeom>
          <a:solidFill>
            <a:srgbClr val="F5F2EA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0" y="21945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MONTH 3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측정과 조정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29718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14일 재측정 2회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예산 재배분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FAQ · 시즌 페이지 추가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트립닷컴 입점 문의 (12월)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320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5F2EA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/  COMMITMENTS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spc="-5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약속하는 것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47472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81965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없이 "완료"라고 말하지 않습니다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47472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41401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14일마다 같은 지표를 전후 비교로 보고합니다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347472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페이지와 데이터에는 화면에 보이는 사실만 씁니다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3474720" cy="0"/>
          </a:xfrm>
          <a:prstGeom prst="line">
            <a:avLst/>
          </a:prstGeom>
          <a:noFill/>
          <a:ln w="6350">
            <a:solidFill>
              <a:srgbClr val="2A2E9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0273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대표님 계정은 권한 공유 방식으로만 다룹니다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 DOING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9601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spc="-50" kern="0" dirty="0">
                <a:solidFill>
                  <a:srgbClr val="1C1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120640" y="1691640"/>
            <a:ext cx="3474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0" y="181965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구매, 블로그 대량 체험단, 백링크 구매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20640" y="2286000"/>
            <a:ext cx="3474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0" y="241401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"순위 보장", "인용 보장" 문구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20640" y="2880360"/>
            <a:ext cx="3474720" cy="0"/>
          </a:xfrm>
          <a:prstGeom prst="line">
            <a:avLst/>
          </a:prstGeom>
          <a:noFill/>
          <a:ln w="6350">
            <a:solidFill>
              <a:srgbClr val="D6D3C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300837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516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다른 메타 · 구조화 데이터, 숨긴 텍스트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3749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걸리는 것은 단기 순위가 아니라 플레이스와 도메인 전체입니다.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320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7A7F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deckqa/img/p_sprink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6576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0" y="0"/>
            <a:ext cx="5486400" cy="5143500"/>
          </a:xfrm>
          <a:prstGeom prst="rect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420624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/  DECISIONS NEEDED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96012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spc="-5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대표님께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spc="-50" kern="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확인을 요청드립니다.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20391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2011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 sydneyyogurtlab.com 구매 주체 (매장 명의 권장)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247802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4505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스마트플레이스 · 구글 프로필 관리자 권한 공유 방식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291693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288950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광고 예산 상한 (플레이스 + 인스타 + 크리에이터)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206240" y="33558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332841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 팔로잉 0 정책 유지 여부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206240" y="37947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B70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37673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F5F2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시드니 근무 이력(2023–2025)의 브랜드 스토리 공개 여부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206240" y="4434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회신 주시면 착수일과 1차 측정일을 잡아 다시 보고드리겠습니다.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시드니요거랩 제안</dc:title>
  <dc:subject>PptxGenJS Presentation</dc:subject>
  <dc:creator>PptxGenJS</dc:creator>
  <cp:lastModifiedBy>PptxGenJS</cp:lastModifiedBy>
  <cp:revision>1</cp:revision>
  <dcterms:created xsi:type="dcterms:W3CDTF">2026-09-06T08:53:47Z</dcterms:created>
  <dcterms:modified xsi:type="dcterms:W3CDTF">2026-09-06T08:53:47Z</dcterms:modified>
</cp:coreProperties>
</file>